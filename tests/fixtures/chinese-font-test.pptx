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b15f051aaf4a77" /><Relationship Type="http://schemas.openxmlformats.org/officeDocument/2006/relationships/extended-properties" Target="/docProps/app.xml" Id="Rc5d6cf575ee74c6b" /><Relationship Type="http://schemas.openxmlformats.org/officeDocument/2006/relationships/officeDocument" Target="/ppt/presentation.xml" Id="R2a370a41d2844d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dd6b6536174150"/>
  </p:sldMasterIdLst>
  <p:notesMasterIdLst>
    <p:notesMasterId xmlns:r="http://schemas.openxmlformats.org/officeDocument/2006/relationships" r:id="Rfc33d69e92804acb"/>
  </p:notesMasterIdLst>
  <p:sldIdLst>
    <p:sldId xmlns:r="http://schemas.openxmlformats.org/officeDocument/2006/relationships" id="256" r:id="Ra446924c819f4d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e83163cd7d4a99" /><Relationship Type="http://schemas.openxmlformats.org/officeDocument/2006/relationships/slideMaster" Target="/ppt/slideMasters/slideMaster1.xml" Id="Readd6b6536174150" /><Relationship Type="http://schemas.openxmlformats.org/officeDocument/2006/relationships/notesMaster" Target="/ppt/notesMasters/notesMaster1.xml" Id="Rfc33d69e92804acb" /><Relationship Type="http://schemas.openxmlformats.org/officeDocument/2006/relationships/presProps" Target="/ppt/presProps.xml" Id="Reda470e114624a8d" /><Relationship Type="http://schemas.openxmlformats.org/officeDocument/2006/relationships/tableStyles" Target="/ppt/tableStyles.xml" Id="R0dd358a08e5c4399" /><Relationship Type="http://schemas.openxmlformats.org/officeDocument/2006/relationships/slide" Target="/ppt/slides/slide1.xml" Id="Ra446924c819f4d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55bf1ae9a74a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1ba0e11969431f" /><Relationship Type="http://schemas.openxmlformats.org/officeDocument/2006/relationships/notesMaster" Target="/ppt/notesMasters/notesMaster1.xml" Id="R5c768891796c49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44b408edf14d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c2464e13de4d16" /><Relationship Type="http://schemas.openxmlformats.org/officeDocument/2006/relationships/slideLayout" Target="/ppt/slideLayouts/slideLayout1.xml" Id="Re0eee6bfd2f04d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eee6bfd2f04d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4e110e4004489" /><Relationship Type="http://schemas.openxmlformats.org/officeDocument/2006/relationships/notesSlide" Target="/ppt/notesSlides/notesSlide1.xml" Id="Rdc517c3b922e4d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inese-font-test">
            <a:extLst xmlns:a="http://schemas.openxmlformats.org/drawingml/2006/main">
              <a:ext uri="{FF2B5EF4-FFF2-40B4-BE49-F238E27FC236}">
                <a16:creationId xmlns:a16="http://schemas.microsoft.com/office/drawing/2014/main" id="{CA5A9731-D92E-4C72-B920-142CEFB3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990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中文 PPTX 转换验证：你好，世界</a:t>
            </a:r>
          </a:p>
        </p:txBody>
      </p:sp>
    </p:spTree>
    <p:extLst>
      <p:ext uri="{BB962C8B-B14F-4D97-AF65-F5344CB8AC3E}">
        <p14:creationId xmlns:p14="http://schemas.microsoft.com/office/powerpoint/2010/main" val="1011977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2026-07-13T13:22:22.6180000Z</dcterms:created>
  <dcterms:modified xsi:type="dcterms:W3CDTF">2026-07-13T13:22:22.6180000Z</dcterms:modified>
</coreProperties>
</file>